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0" r:id="rId9"/>
    <p:sldId id="261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04C7E-B871-46F5-8328-B79B748774F9}" v="8" dt="2026-03-10T12:16:41.646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OD TK" userId="a40e5abc836a5a69" providerId="LiveId" clId="{F20D0978-9CD1-4C48-87F2-5CADA8FF8DEF}"/>
    <pc:docChg chg="modSld">
      <pc:chgData name="MAHMOOD TK" userId="a40e5abc836a5a69" providerId="LiveId" clId="{F20D0978-9CD1-4C48-87F2-5CADA8FF8DEF}" dt="2026-03-10T12:17:08.859" v="39" actId="1076"/>
      <pc:docMkLst>
        <pc:docMk/>
      </pc:docMkLst>
      <pc:sldChg chg="modSp mod">
        <pc:chgData name="MAHMOOD TK" userId="a40e5abc836a5a69" providerId="LiveId" clId="{F20D0978-9CD1-4C48-87F2-5CADA8FF8DEF}" dt="2026-03-10T12:10:38.907" v="5" actId="113"/>
        <pc:sldMkLst>
          <pc:docMk/>
          <pc:sldMk cId="899725594" sldId="263"/>
        </pc:sldMkLst>
        <pc:graphicFrameChg chg="mod modGraphic">
          <ac:chgData name="MAHMOOD TK" userId="a40e5abc836a5a69" providerId="LiveId" clId="{F20D0978-9CD1-4C48-87F2-5CADA8FF8DEF}" dt="2026-03-10T12:10:38.907" v="5" actId="113"/>
          <ac:graphicFrameMkLst>
            <pc:docMk/>
            <pc:sldMk cId="899725594" sldId="263"/>
            <ac:graphicFrameMk id="5" creationId="{814E110D-5EF0-C549-55DF-5D6A7FD39D14}"/>
          </ac:graphicFrameMkLst>
        </pc:graphicFrameChg>
      </pc:sldChg>
      <pc:sldChg chg="addSp modSp mod">
        <pc:chgData name="MAHMOOD TK" userId="a40e5abc836a5a69" providerId="LiveId" clId="{F20D0978-9CD1-4C48-87F2-5CADA8FF8DEF}" dt="2026-03-10T12:17:08.859" v="39" actId="1076"/>
        <pc:sldMkLst>
          <pc:docMk/>
          <pc:sldMk cId="1690159483" sldId="264"/>
        </pc:sldMkLst>
        <pc:picChg chg="add mod">
          <ac:chgData name="MAHMOOD TK" userId="a40e5abc836a5a69" providerId="LiveId" clId="{F20D0978-9CD1-4C48-87F2-5CADA8FF8DEF}" dt="2026-03-10T12:15:39.440" v="22" actId="1076"/>
          <ac:picMkLst>
            <pc:docMk/>
            <pc:sldMk cId="1690159483" sldId="264"/>
            <ac:picMk id="4" creationId="{F2B2383C-5E05-A99D-607B-A1451B3E928E}"/>
          </ac:picMkLst>
        </pc:picChg>
        <pc:picChg chg="add mod">
          <ac:chgData name="MAHMOOD TK" userId="a40e5abc836a5a69" providerId="LiveId" clId="{F20D0978-9CD1-4C48-87F2-5CADA8FF8DEF}" dt="2026-03-10T12:15:33.546" v="21" actId="1076"/>
          <ac:picMkLst>
            <pc:docMk/>
            <pc:sldMk cId="1690159483" sldId="264"/>
            <ac:picMk id="6" creationId="{328DFCE4-CA9A-12F3-CFC0-4CC1E5B215D5}"/>
          </ac:picMkLst>
        </pc:picChg>
        <pc:picChg chg="add mod modCrop">
          <ac:chgData name="MAHMOOD TK" userId="a40e5abc836a5a69" providerId="LiveId" clId="{F20D0978-9CD1-4C48-87F2-5CADA8FF8DEF}" dt="2026-03-10T12:16:21.305" v="30" actId="1076"/>
          <ac:picMkLst>
            <pc:docMk/>
            <pc:sldMk cId="1690159483" sldId="264"/>
            <ac:picMk id="8" creationId="{7196F934-03FE-7164-7897-5A4D4394E51F}"/>
          </ac:picMkLst>
        </pc:picChg>
        <pc:picChg chg="add mod">
          <ac:chgData name="MAHMOOD TK" userId="a40e5abc836a5a69" providerId="LiveId" clId="{F20D0978-9CD1-4C48-87F2-5CADA8FF8DEF}" dt="2026-03-10T12:17:08.859" v="39" actId="1076"/>
          <ac:picMkLst>
            <pc:docMk/>
            <pc:sldMk cId="1690159483" sldId="264"/>
            <ac:picMk id="10" creationId="{16FCAC1B-0E6C-3B4F-9899-28FF1D2B5D01}"/>
          </ac:picMkLst>
        </pc:picChg>
        <pc:picChg chg="add">
          <ac:chgData name="MAHMOOD TK" userId="a40e5abc836a5a69" providerId="LiveId" clId="{F20D0978-9CD1-4C48-87F2-5CADA8FF8DEF}" dt="2026-03-10T12:11:47.533" v="6"/>
          <ac:picMkLst>
            <pc:docMk/>
            <pc:sldMk cId="1690159483" sldId="264"/>
            <ac:picMk id="1026" creationId="{D980B610-FBBE-3FE5-9F3B-BC84C974E9C9}"/>
          </ac:picMkLst>
        </pc:picChg>
        <pc:picChg chg="add">
          <ac:chgData name="MAHMOOD TK" userId="a40e5abc836a5a69" providerId="LiveId" clId="{F20D0978-9CD1-4C48-87F2-5CADA8FF8DEF}" dt="2026-03-10T12:12:16.744" v="7"/>
          <ac:picMkLst>
            <pc:docMk/>
            <pc:sldMk cId="1690159483" sldId="264"/>
            <ac:picMk id="1028" creationId="{8D2872BE-DA78-E54D-6262-6440EE2D11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88CE7-08F9-4C18-9D57-318C23B7B394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2B124-E06D-404C-8EB2-7A7AC5A3A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661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480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472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0595A-128B-2324-A0F3-A950D157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7B885-0C4D-8C48-9CCC-967E07908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BDB80-8081-F6C4-10CB-36A0A0B9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1428C-A605-557C-C223-A27D52E6E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447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93C1-CA0D-8433-8FB3-3CD08675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1D050-CF4D-AF4A-7024-BA4F1ABBB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1ADBE-0B8A-54C0-4828-AB8388089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1B6CA-C5FA-0AD5-8649-CF811D6B4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62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42A1D3-F07A-8C16-B922-C998AC8E13EE}"/>
              </a:ext>
            </a:extLst>
          </p:cNvPr>
          <p:cNvSpPr/>
          <p:nvPr/>
        </p:nvSpPr>
        <p:spPr>
          <a:xfrm>
            <a:off x="355600" y="5410200"/>
            <a:ext cx="8915400" cy="3352800"/>
          </a:xfrm>
          <a:prstGeom prst="round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1CC1F280-E090-E112-746D-2BFD7C94D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652" y="4953000"/>
            <a:ext cx="3511296" cy="35112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photo of Alireza VAHEDI NEMANI, Ph.D.">
            <a:extLst>
              <a:ext uri="{FF2B5EF4-FFF2-40B4-BE49-F238E27FC236}">
                <a16:creationId xmlns:a16="http://schemas.microsoft.com/office/drawing/2014/main" id="{5F0465DD-4595-C990-D9EA-8869C69FB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" y="5067300"/>
            <a:ext cx="1760474" cy="17604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file photo of Hamed Aly">
            <a:extLst>
              <a:ext uri="{FF2B5EF4-FFF2-40B4-BE49-F238E27FC236}">
                <a16:creationId xmlns:a16="http://schemas.microsoft.com/office/drawing/2014/main" id="{2B80DC53-7E9F-F0E5-1C36-B650B8221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49" y="6877050"/>
            <a:ext cx="1885950" cy="18859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ofile photo of Carol Bartlett (She/Her/Hers) 🏳️‍🌈">
            <a:extLst>
              <a:ext uri="{FF2B5EF4-FFF2-40B4-BE49-F238E27FC236}">
                <a16:creationId xmlns:a16="http://schemas.microsoft.com/office/drawing/2014/main" id="{96818A23-EBA1-0E86-39DB-69304F34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5070348"/>
            <a:ext cx="1943100" cy="194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file photo of Dwayne Hopkins">
            <a:extLst>
              <a:ext uri="{FF2B5EF4-FFF2-40B4-BE49-F238E27FC236}">
                <a16:creationId xmlns:a16="http://schemas.microsoft.com/office/drawing/2014/main" id="{91E2CA1F-D993-27C3-0B1F-B78B4FE7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7117080"/>
            <a:ext cx="1943100" cy="194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rilliant - The Dal Bookstore">
            <a:extLst>
              <a:ext uri="{FF2B5EF4-FFF2-40B4-BE49-F238E27FC236}">
                <a16:creationId xmlns:a16="http://schemas.microsoft.com/office/drawing/2014/main" id="{D922F592-6E1B-571A-7DE2-306418209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614" y="8054964"/>
            <a:ext cx="3432111" cy="141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3074-BB17-E6D9-D661-A47297FC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B7986A-EB5D-FA88-2F59-16517CCEF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7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EF37-6054-6A69-2104-F4F73392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99397C1-AAC2-54CC-79E0-54E1253E3A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4E110D-5EF0-C549-55DF-5D6A7FD39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65142"/>
              </p:ext>
            </p:extLst>
          </p:nvPr>
        </p:nvGraphicFramePr>
        <p:xfrm>
          <a:off x="1054100" y="1828800"/>
          <a:ext cx="14147799" cy="62714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715933">
                  <a:extLst>
                    <a:ext uri="{9D8B030D-6E8A-4147-A177-3AD203B41FA5}">
                      <a16:colId xmlns:a16="http://schemas.microsoft.com/office/drawing/2014/main" val="434822088"/>
                    </a:ext>
                  </a:extLst>
                </a:gridCol>
                <a:gridCol w="4715933">
                  <a:extLst>
                    <a:ext uri="{9D8B030D-6E8A-4147-A177-3AD203B41FA5}">
                      <a16:colId xmlns:a16="http://schemas.microsoft.com/office/drawing/2014/main" val="463132659"/>
                    </a:ext>
                  </a:extLst>
                </a:gridCol>
                <a:gridCol w="4715933">
                  <a:extLst>
                    <a:ext uri="{9D8B030D-6E8A-4147-A177-3AD203B41FA5}">
                      <a16:colId xmlns:a16="http://schemas.microsoft.com/office/drawing/2014/main" val="3254897242"/>
                    </a:ext>
                  </a:extLst>
                </a:gridCol>
              </a:tblGrid>
              <a:tr h="6271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 dirty="0">
                          <a:solidFill>
                            <a:srgbClr val="1F1F1F"/>
                          </a:solidFill>
                          <a:effectLst/>
                        </a:rPr>
                        <a:t>Status</a:t>
                      </a:r>
                      <a:endParaRPr lang="en-C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>
                          <a:solidFill>
                            <a:srgbClr val="1F1F1F"/>
                          </a:solidFill>
                          <a:effectLst/>
                        </a:rPr>
                        <a:t>Count</a:t>
                      </a:r>
                      <a:endParaRPr lang="en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b="1" dirty="0">
                          <a:solidFill>
                            <a:srgbClr val="1F1F1F"/>
                          </a:solidFill>
                          <a:effectLst/>
                        </a:rPr>
                        <a:t>% of Total</a:t>
                      </a:r>
                      <a:endParaRPr lang="en-C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53379880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Connection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133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32.0%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92968577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3rd Request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90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21.7%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154965981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1st Request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62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14.9%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87231270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Interview Completed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55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effectLst/>
                        </a:rPr>
                        <a:t>13.3%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67941090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Dead Lead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49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11.8%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621758211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Scheduled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3.9%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92295783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Company Email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1.4%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82638004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2nd Request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1.0%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136414624"/>
                  </a:ext>
                </a:extLst>
              </a:tr>
              <a:tr h="627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Total Outreach</a:t>
                      </a:r>
                      <a:endParaRPr lang="en-CA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415</a:t>
                      </a:r>
                      <a:endParaRPr lang="en-CA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effectLst/>
                        </a:rPr>
                        <a:t>100.0%</a:t>
                      </a:r>
                      <a:endParaRPr lang="en-CA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0333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72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E824-CB0C-BF77-5E02-5146152A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ADF17-6CDD-D639-30DA-D72CB210C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1" cy="914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B2383C-5E05-A99D-607B-A1451B3E9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800" y="6769100"/>
            <a:ext cx="1524000" cy="739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8DFCE4-CA9A-12F3-CFC0-4CC1E5B215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5400" y="6781800"/>
            <a:ext cx="1828800" cy="514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96F934-03FE-7164-7897-5A4D4394E5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00" b="25000"/>
          <a:stretch>
            <a:fillRect/>
          </a:stretch>
        </p:blipFill>
        <p:spPr>
          <a:xfrm>
            <a:off x="584200" y="5562600"/>
            <a:ext cx="1905000" cy="809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CAC1B-0E6C-3B4F-9899-28FF1D2B5D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400" y="3657600"/>
            <a:ext cx="2029227" cy="59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52</Words>
  <Application>Microsoft Office PowerPoint</Application>
  <PresentationFormat>Custom</PresentationFormat>
  <Paragraphs>34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MAHMOOD TK</cp:lastModifiedBy>
  <cp:revision>2</cp:revision>
  <dcterms:created xsi:type="dcterms:W3CDTF">2006-08-16T00:00:00Z</dcterms:created>
  <dcterms:modified xsi:type="dcterms:W3CDTF">2026-03-10T12:17:11Z</dcterms:modified>
</cp:coreProperties>
</file>