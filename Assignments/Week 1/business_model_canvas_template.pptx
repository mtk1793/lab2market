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73" y="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731A-1BC7-BF4D-9EA5-6D4B0C29A961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BD198-5B4E-DD46-AA8D-494E9005B01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3866" y="67732"/>
            <a:ext cx="3881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The Business Model Canvas</a:t>
            </a:r>
          </a:p>
        </p:txBody>
      </p:sp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AC016C71-DA6F-4040-BDC5-8913795B3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953"/>
            <a:ext cx="9144000" cy="510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Thomas Haymore</dc:creator>
  <cp:lastModifiedBy>Youji</cp:lastModifiedBy>
  <cp:revision>2</cp:revision>
  <dcterms:created xsi:type="dcterms:W3CDTF">2011-10-11T01:59:36Z</dcterms:created>
  <dcterms:modified xsi:type="dcterms:W3CDTF">2021-09-16T16:36:16Z</dcterms:modified>
</cp:coreProperties>
</file>